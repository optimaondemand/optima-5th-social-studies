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The Republic Gazette newsroom at night — ink presses, paper stacks, maps pinned to the wall, golden lamplight, editorial atmosphere, serious and purposeful moodWelcome students to Issue 14 — the final issue of the before-colonization special edition. Today the team compares all five civilizations: Mound Builders, Ancestral Pueblo, Maya, Aztec, and Inca. The Hasty Herald has rushed to print — our job is to fact-check them with evidence.
IMAGE TO INSERT: The Republic Gazette newsroom at night — ink presses, paper stacks, maps pinned to the wall, golden lamplight, editorial atmosphere.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60 seconds to respond in chat. Hold the Herald's claim on screen. Don't reveal the answer yet — build the mystery. Ask: 'What's your initial reaction? Just gut check.' The Herald's claim will be fact-checked throughout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setup slide. Remind students: we spent five issues on each civilization separately. Today we zoom out and compare. An honest editor doesn't flatten the story. Keep Ms. Avery's question visible as you move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Left — map of North America showing Mound Builder territory (eastern river valleys) and Ancestral Pueblo (Southwest canyons and mesas). Right — map of Mesoamerica and South America showing Maya, Aztec, and Inca territories. Give 30 seconds of silent observation before asking students to type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students beyond naming environments — ask WHY geography creates different building, farming, and organizing choices. Don't resolve the Herald debate yet. This scaffolds Assignment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Split collage — left half: cliff dwellings carved into canyon walls (Mesa Verde, Ancestral Pueblo, dry desert Southwest), right half: stone Maya pyramid rising from tropical rainforest — dramatic geographic contrast in a single imageRead the pattern aloud. Ask: Can you think of a modern example of geography shaping how a city was built? Retrieval check: Cover your notes — name the environment for each civilization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Left — aerial photo of the Great Serpent Mound (Ohio) showing its earthen construction. Right — El Castillo at Chichen Itza or Aztec Templo Mayor reconstruction. Give 30 seconds of silent observation. Ask: What materials did each group use? What might explain the difference?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scaffolds Assignment Question 1 (name one similarity and one difference). Push students past 'they both built things' — ask: is that specific enough for the Gazette? An honest editor is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Split composition — left side: Ancestral Pueblo cliff dwellings carved into red canyon walls at Mesa Verde (desert Southwest), right side: aerial artistic reconstruction of Aztec Tenochtitlan built on a lake island with causeways — dramatic contrast showing how different environments produced radically different architectureRetrieval prompt: 'Cover your notes. Name the governing system for each of the five civilizations.' Strong retrieval moment before moving to knowledge and communication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Left — Maya hieroglyphic writing (stele carving or codex page). Right — Inca quipu (knotted cord record-keeping system). Give 30 seconds of silent observation. The quipu will be unfamiliar — let students guess what it is before revealing. Build suspense about what counts as 'knowledge.'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intellectual moment — push students to see that complexity and writing are not the same. The Inca ran a massive empire with quipu. The Herald's error is flattening different kinds of sophistication. This scaffolds Assignment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Montage grid of five iconic images: (1) Great Serpent Mound aerial view, (2) Mesa Verde cliff dwellings, (3) Chichen Itza pyramid, (4) Tenochtitlan reconstruction on lake, (5) Inca road through Andes mountains — five panels showing the remarkable variety of ancient American civilizationsSynthesis reveal. Read through each column together. Retrieval prompt: give 30 seconds to recall without looking, then reveal. This directly scaffolds all three assignment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scaffolds Assignment Question 2: 'Why is it important for an honest editor to report both similarities AND differences when comparing civilizations?' Students should be able to answer this from this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Vintage newspaper printing press in action — dramatic ink and paper texture, black and white pages rolling off the press, strong contrast between light and shadow, journalistic craft and integrity, purposeful atmospherePause here. Ask: Can you think of a time when it would be tempting to make something simpler than it really is? What do we lose when we do that? Virtue connection: honesty in journalism mirrors honesty in history — both require being specific and not oversimplifying.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 as you write this. Say every decision out loud: 'I start with the Herald's exact words because it's fair to show what we're correcting. I include a similarity because an honest correction acknowledges what's right. I list specific differences because basically the same misses too much.'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class response in the chat. Encourage specific evidence — don't accept 'they were both big.' Push: 'What specific evidence from the unit shows the Aztec built an island city? Why does that matter for our correction?'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3-4 minutes for independent writing. Look for: students using specific evidence, students acknowledging what the Herald got right, students not just listing facts but writing a correction sentence. This rehearses the Go to Press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here is swinging too far in the other direction — denying all similarities to prove the Herald wrong. This is a common student mistake. Key teaching: honesty isn't about winning an argument against the Herald, it's about accuracy in both directions. Scaffolds Assignment Question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resolve this debate for students. Both positions can be defended with evidence. The learning: 'basically the same' is imprecise and good journalism requires precision. This directly scaffolds Assignment Question 3: 'What's partly right about that? What's missing?'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notebook questions should be familiar from the lesson — students discussed Q1 during the structures/governing slides, Q2 on the 'Why It Matters' slide, and Q3 on the Tricky One slide. The Gazette Correction mirrors the three-step model from Slide 15. Archive Line: encourage students to write something a future reader would find meaningful. Point students to their Canvas lesson page to complete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Republic Gazette front page fresh off the printing press — someone holds it up triumphantly, headline partially visible, warm golden lamplight from editorial office, a completed edition, celebratory but purposeful moodCongratulate students on completing the before-colonization special edition — six issues covering five civilizations. Restate the key lesson: honest reporting shows both similarities and differences. Tease the next unit. Ask: 'What's your Archive Line sentence? Share one in the chat before we close.'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D4943A">
              <a:alpha val="90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201168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REPUBLIC GAZETTE  |  Vol. 1, Issue 14  |  Before Colonization Special Edition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2296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Ancient American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Civilizations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5.03.06  |  Unit 3: Early American Civilizations  |  Week 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0" y="2606040"/>
            <a:ext cx="6949440" cy="658368"/>
          </a:xfrm>
          <a:prstGeom prst="roundRect">
            <a:avLst>
              <a:gd name="adj" fmla="val 16667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26700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Editor's Question: Did all ancient American civilizations really develop in the same way — or does the evidence show important differences?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371600" y="3401568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E8636B">
              <a:alpha val="80000"/>
            </a:srgbClr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8760" y="3438144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HASTY HERALD: "All ancient American civilizations developed in basically the same way." — Is it true? Let's investigate.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 |  Evidence First  |  For Every Citizen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HASTY HERALD  |  Today's News. Yesterday. Maybe.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29400" y="5943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6217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TO PRINT!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Ancient Americas: All the Same Story!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 ancient American civilizations developed in basically the same way."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Filed by The Herald, minutes ago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3288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investigate — what do you already know about these five civilizations?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Herald be even partly right? What would make that claim defensible?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you need to prove them wrong — or right?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2212848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267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 Herald is wrong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thing I know about these civilizations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 challenge the Herald, I would need evidence of..."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EDITOR'S DESK  |  Ms. Avery, Editor-in-Chief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Dispatch — Issue 14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five issues, the Gazette covered the Mound Builders, Ancestral Pueblo, Maya, Aztec, and Inca separately. Now Ms. Avery opens the final file of the before-colonization special edition: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all five civilizations — and publish a Gazette Correction that gives readers an honest picture.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677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TODAY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Editor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Desk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Republic Gazette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212848"/>
            <a:ext cx="4434840" cy="1188720"/>
          </a:xfrm>
          <a:prstGeom prst="roundRect">
            <a:avLst>
              <a:gd name="adj" fmla="val 9231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2677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BEAT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evidence from all 5 civilizations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similarities AND differences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Herald with specific evidence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804672"/>
          </a:xfrm>
          <a:prstGeom prst="roundRect">
            <a:avLst>
              <a:gd name="adj" fmla="val 13636"/>
            </a:avLst>
          </a:prstGeom>
          <a:solidFill>
            <a:srgbClr val="D4943A">
              <a:alpha val="2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Avery asks: "What does the evidence across all five civilizations show — what's similar, what's different, and what must we still question?"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Box: Where Did They Live?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846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both maps. What do you notice about where these civilizations developed — before reading any labels.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2487168"/>
          </a:xfrm>
          <a:prstGeom prst="roundRect">
            <a:avLst>
              <a:gd name="adj" fmla="val 441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74904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North America showing Mound Builder territory (eastern river valleys, Mississippi region) and Ancestral Pueblo territory (American Southwest, dry canyons and mesas) — contrasting environments clearly visible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4297680" cy="2487168"/>
          </a:xfrm>
          <a:prstGeom prst="roundRect">
            <a:avLst>
              <a:gd name="adj" fmla="val 441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480560" y="822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7720" y="1097280"/>
            <a:ext cx="402336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Mesoamerica and South America showing Maya territory (tropical rainforest, Yucatan), Aztec territory (lake and valley, central Mexico, Tenochtitlan), and Inca territory (Andes mountains and coast, Peru) — three distinct environments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401568"/>
            <a:ext cx="4023360" cy="1078992"/>
          </a:xfrm>
          <a:prstGeom prst="roundRect">
            <a:avLst>
              <a:gd name="adj" fmla="val 1016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56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657600"/>
            <a:ext cx="3749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 that these civilizations lived in..."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environments look different because..."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3401568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A8A7D">
              <a:alpha val="12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45643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look: What is ONE difference between where these groups lived?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Geography Shapes Everything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valleys  |  Dry canyons  |  Tropical rainforest  |  Lake and valley  |  Mountains and coast — five very different places.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4846320" cy="2194560"/>
          </a:xfrm>
          <a:prstGeom prst="roundRect">
            <a:avLst>
              <a:gd name="adj" fmla="val 5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geography affect how a civilization builds and organizes itself?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Ancestral Pueblo have built Tenochtitlan? Why or why not?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Herald miss by saying they all developed 'basically the same way'?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environment created the biggest challenges — and why?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1133856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1887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1389888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"Geography affected these civilizations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Herald's claim ignores the fact that..."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biggest geographic challenge I notice is..."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85039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 Builders: river valleys  |  Ancestral Pueblo: dry canyons and mesas  |  Maya: tropical rainforest  |  Aztec: lake and valley  |  Inca: mountains and coast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840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Is the First Difference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35331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civilization adapted to a completely different environment — river valleys, desert canyons, tropical rainforests, lake basins, and mountain ranges. Those environments shaped their structures, food systems, and daily life.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212848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D4943A">
              <a:alpha val="2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2585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Pattern: Geography shapes the choices civilizations make — true across every time period and every continent, not just ancient America.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2944368"/>
            <a:ext cx="8412480" cy="1508760"/>
          </a:xfrm>
          <a:prstGeom prst="roundRect">
            <a:avLst>
              <a:gd name="adj" fmla="val 7273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9992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ENVIRONMENTS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 Builders — River valleys (Eastern and Central N. America)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Pueblo — Dry canyons and mesas (American Southwest)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— Tropical rainforest (Mesoamerica)     Aztec — Lake and valley (Central Mexico)     Inca — Mountains and coast (Andes)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Box: What Did They Build?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846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structures — same question: What do these tell you about who built them and where they lived?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2423160"/>
          </a:xfrm>
          <a:prstGeom prst="roundRect">
            <a:avLst>
              <a:gd name="adj" fmla="val 452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Serpent Mound (Ohio) — aerial photograph showing the serpent-shaped earthen mound surrounded by forested river valley, earthen construction visible, massive scale relative to trees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4297680" cy="2423160"/>
          </a:xfrm>
          <a:prstGeom prst="roundRect">
            <a:avLst>
              <a:gd name="adj" fmla="val 452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480560" y="822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7720" y="1097280"/>
            <a:ext cx="40233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Castillo pyramid at Chichen Itza OR Aztec Templo Mayor reconstruction — stone pyramid rising dramatically, either from tropical jungle or urban Tenochtitlan setting, showing impressive scale and stone construction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 Builders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33375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or Aztec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96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050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"These structures are similar because... but different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building material tells me that..."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What Structures Reveal About Organization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8521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905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58521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58521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905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58521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1A8A7D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58521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905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58521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1A8A7D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58521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905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Tenochtitlan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58521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D4943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58521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03720" y="90525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stonework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335024"/>
            <a:ext cx="4846320" cy="1920240"/>
          </a:xfrm>
          <a:prstGeom prst="roundRect">
            <a:avLst>
              <a:gd name="adj" fmla="val 5714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389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655064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structure tell you about that civilization's resources and environment?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civilization's structure surprises you most — and why?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Aztec built on a lake island. What does that show about their engineering?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say all five 'built lasting structures'? Is that similarity meaningful or too vague?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33502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3898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1591056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structure that surprises me most is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similarity I can defend with evidence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difference the Herald ignores is..."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8503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64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SYSTEMS QUICK COMPARE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58444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Community-based: Mound Builders, Ancestral Pueblo  |  City-states with kings: Maya  |  Tribute empire: Aztec  |  Centralized empire: Inca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840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858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Instinct — Very Different Execution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civilizations built lasting structures — but in radically different ways. Earth mounds, stone cliff rooms, stone pyramids, a floating island city, and thousands of miles of mountain road. The instinct to build was shared. The materials, scale, and purpose were not.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65760" y="2212848"/>
            <a:ext cx="8412480" cy="566928"/>
          </a:xfrm>
          <a:prstGeom prst="roundRect">
            <a:avLst>
              <a:gd name="adj" fmla="val 19355"/>
            </a:avLst>
          </a:prstGeom>
          <a:solidFill>
            <a:srgbClr val="1A8A7D">
              <a:alpha val="25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2585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Herald's error: calling a surface similarity a deep sameness. Honest reporting requires precision.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871216"/>
            <a:ext cx="8412480" cy="1664208"/>
          </a:xfrm>
          <a:prstGeom prst="roundRect">
            <a:avLst>
              <a:gd name="adj" fmla="val 6593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926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SYSTEMS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8211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Community-based:  Mound Builders and Ancestral Pueblo — village organization, no centralized ruler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City-states with kings:  Maya — independent cities, each with its own ruler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Tribute empire:  Aztec — conquered peoples paid tribute to Tenochtitlan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empire:  Inca — all power flowed from the Sapa Inca through a road-connected system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Box: How Did They Record Knowledge?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846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systems for storing information. One you might recognize — one you probably don't. Look closely before reading any labels.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2487168"/>
          </a:xfrm>
          <a:prstGeom prst="roundRect">
            <a:avLst>
              <a:gd name="adj" fmla="val 441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74904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hieroglyphic writing — carved stone stele or codex page showing intricate glyphs, calendar symbols, and complex pictographic writing system — close-up showing the detail and sophistication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4297680" cy="2487168"/>
          </a:xfrm>
          <a:prstGeom prst="roundRect">
            <a:avLst>
              <a:gd name="adj" fmla="val 441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480560" y="822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7720" y="1097280"/>
            <a:ext cx="402336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quipu — knotted string record-keeping system — colorful knotted cords hanging from a main cord, showing different knot types, positions, and colors used to encode numeric and other 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40156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401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Writing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3401568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401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Quipu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858768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 knotted object on the right is used for...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"These two systems are similar in that... but different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Different Ways of Being Sophisticated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2179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58521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62179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9326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pottery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58521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8B6FC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62179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9326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math,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58521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A8A7D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62179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9326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calendar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585216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62179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03720" y="9326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(knotted strings)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600200"/>
            <a:ext cx="4846320" cy="1938528"/>
          </a:xfrm>
          <a:prstGeom prst="roundRect">
            <a:avLst>
              <a:gd name="adj" fmla="val 566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6550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44805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Maya developed writing. Three others did not. Is that a big difference or does it depend on what you need?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Inca governed a huge empire WITHOUT writing. How is that possible?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different ways of being 'advanced'?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say quipu and Maya glyphs are 'basically the same'? Why or why not?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600200"/>
            <a:ext cx="3520440" cy="1938528"/>
          </a:xfrm>
          <a:prstGeom prst="roundRect">
            <a:avLst>
              <a:gd name="adj" fmla="val 566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6550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1856232"/>
            <a:ext cx="32461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quipu and Maya writing are different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civilization can be complex without writing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comparison challenges the Herald's claim because..."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Mound Builders and Ancestral Pueblo had no known writing system — but built complex trade and social networks across large distances. Complexity and writing are not the same thing.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926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Shared More Than You'd Think — But Less Than The Herald Claims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335024"/>
            <a:ext cx="3913632" cy="2331720"/>
          </a:xfrm>
          <a:prstGeom prst="roundRect">
            <a:avLst>
              <a:gd name="adj" fmla="val 4706"/>
            </a:avLst>
          </a:prstGeom>
          <a:solidFill>
            <a:srgbClr val="34B76F">
              <a:alpha val="18000"/>
            </a:srgbClr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89888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SHARED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645920"/>
            <a:ext cx="354787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 lasting structures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Organized large communities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Adapted to their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Developed trade networks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 food production systems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62272" y="1335024"/>
            <a:ext cx="4370832" cy="2331720"/>
          </a:xfrm>
          <a:prstGeom prst="roundRect">
            <a:avLst>
              <a:gd name="adj" fmla="val 4706"/>
            </a:avLst>
          </a:prstGeom>
          <a:solidFill>
            <a:srgbClr val="E8636B">
              <a:alpha val="18000"/>
            </a:srgbClr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38988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45152" y="1645920"/>
            <a:ext cx="400507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Geography: rivers, canyons, rainforest, lakes, mountains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 materials: earth, stone, mortar — very different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Knowledge: writing (Maya), quipu (Inca), none (others)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Governing: villages, city-states, tribute empire, centralized empire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374904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D4943A">
              <a:alpha val="2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Check: Cover your screen. Name TWO similarities and TWO differences across the five civilizations.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|  The Honest Editor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Report Both Similarities AND Differences?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391363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Herald's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5478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what's similar. Simplify. Make a clean headline. Ignore the differences.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Readers think these five civilizations are interchangeable. Important distinctions — geography, knowledge, governing — disappear from the story.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078992"/>
            <a:ext cx="446227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133856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Gazette's Standard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1417320"/>
            <a:ext cx="409651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 similarities and differences with specific evidence. Acknowledge what is true about the Herald's claim — and what it leaves out.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Readers understand each civilization as both connected and distinct.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4828032" cy="1261872"/>
          </a:xfrm>
          <a:prstGeom prst="roundRect">
            <a:avLst>
              <a:gd name="adj" fmla="val 8696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38144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4462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whether we flatten differences between civilizations?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lost when we say 'basically the same'?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Herald be partly right — and still be doing bad journalism?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30368" y="3383280"/>
            <a:ext cx="3547872" cy="1261872"/>
          </a:xfrm>
          <a:prstGeom prst="roundRect">
            <a:avLst>
              <a:gd name="adj" fmla="val 869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343814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7528" y="3639312"/>
            <a:ext cx="3273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 honest editor reports both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"Flattening differences is a problem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is partly right that... but misses..."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26080" y="292608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0" y="2926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LENS  |  ISSUE 14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8412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731520" y="1719072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7647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editor reports both what things have in common AND how they differ — without flattening the truth.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honesty means acknowledging similarities across these civilizations while being specific about the differences that make each one unique.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3246120"/>
            <a:ext cx="7680960" cy="1170432"/>
          </a:xfrm>
          <a:prstGeom prst="roundRect">
            <a:avLst>
              <a:gd name="adj" fmla="val 9375"/>
            </a:avLst>
          </a:prstGeom>
          <a:solidFill>
            <a:srgbClr val="D4943A">
              <a:alpha val="22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291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STANDARD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35478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reporting does not make things simpler than they are.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makes the truth clear — even when the truth is complicated.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|  STEP 1: Teacher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Gazette Correction — Watch How It's Done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24912" cy="338328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144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Herald's claim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23957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Hasty Herald reported: 'All ancient American civilizations developed in basically the same way.'"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being fair — quote exactly what they said.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1078992"/>
            <a:ext cx="2724912" cy="338328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9144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170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similarities AND differences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536192"/>
            <a:ext cx="23957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investigation found: all five built lasting structures and organized communities [similarity]. But the Maya developed writing; the Inca used quipu; three others did not. Governing ranged from villages to empires [differences]."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0176" y="1078992"/>
            <a:ext cx="2724912" cy="338328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9144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4768" y="117043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claim honestly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1536192"/>
            <a:ext cx="23957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more accurate headline: 'Ancient American civilizations shared some qualities — but geography, building methods, knowledge, and governing set each one apart.'"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Fair. Evidence-based.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|  STEP 2: We Try Together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We Draft a Correction Together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Mound Builders vs. Aztec — Name ONE similarity and ONE difference, using specific evidence from the unit.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828032" cy="1783080"/>
          </a:xfrm>
          <a:prstGeom prst="roundRect">
            <a:avLst>
              <a:gd name="adj" fmla="val 6154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65376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4462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Mound Builders and Aztec have in common — specifically?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clear difference between them? Which evidence supports it?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write that as a correction — not just a list, but a sentence?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our correction acknowledge what the Herald got right?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30368" y="1810512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8653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67528" y="2066544"/>
            <a:ext cx="3273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similarity between them is... because the evidence shows..."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key difference is... which means the Herald misses..."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 honest correction would say..."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CORRECTION (draft it together):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Herald's claim that... is partly right because... but misses the important difference that..."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|  STEP 3: Your Turn (With Support)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Own Pair — Draft Your Correction Sentence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3913632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CHECKLIST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4787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I chose two specific civilizations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I named ONE similarity with evidence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I named ONE difference with evidence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I quoted or paraphrased the Herald's claim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My correction is specific, not vague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I acknowledged what the Herald got right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My sentence could run in the Gazette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078992"/>
            <a:ext cx="4462272" cy="3456432"/>
          </a:xfrm>
          <a:prstGeom prst="roundRect">
            <a:avLst>
              <a:gd name="adj" fmla="val 3175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133856"/>
            <a:ext cx="4096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CORRECTION SENTENCE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53712" y="1389888"/>
            <a:ext cx="409651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Hasty Herald claimed that ___.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partly right because both ___ and ___ share [similarity + evidence].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However, an honest correction must also note that [difference + evidence].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accurate headline would be: '___.'"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|  STEP 4: Error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Problem With This Correction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039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CORRECTION (is this good enough?)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is wrong. All ancient American civilizations were completely different — they had nothing in common and developed totally separately."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4828032" cy="1828800"/>
          </a:xfrm>
          <a:prstGeom prst="roundRect">
            <a:avLst>
              <a:gd name="adj" fmla="val 6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14016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4462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this correction? Is it just over-correcting?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acknowledge what the Herald got right?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more honest than the Herald — or the same mistake in the other direction?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fix it to meet the Gazette standard?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30368" y="2359152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4140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67528" y="2615184"/>
            <a:ext cx="3273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correction fails because it..."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Gazette standard it violates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better version would say... because..."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79392"/>
            <a:ext cx="8503920" cy="530352"/>
          </a:xfrm>
          <a:prstGeom prst="roundRect">
            <a:avLst>
              <a:gd name="adj" fmla="val 17241"/>
            </a:avLst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159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Over-correcting is still bad journalism. Honesty means accuracy in BOTH directions.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|  STEP 5: The Tricky 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Reasonable Editors Can Disagree Here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DEBATE: A student argues: "The Herald is partly right — all five civilizations adapted to their environment, organized communities, and built lasting structures. So their DEVELOPMENT PROCESS was similar even if the results differed." Is that a defensible Gazette correction?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3913632" cy="1847088"/>
          </a:xfrm>
          <a:prstGeom prst="roundRect">
            <a:avLst>
              <a:gd name="adj" fmla="val 5941"/>
            </a:avLst>
          </a:prstGeom>
          <a:solidFill>
            <a:srgbClr val="34B76F">
              <a:alpha val="12000"/>
            </a:srgbClr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A: Defensible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5478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faced similar challenges — how to feed people, organize labor, build structures. The adaptive process shares a pattern even if the solutions look radically different.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975104"/>
            <a:ext cx="4462272" cy="1847088"/>
          </a:xfrm>
          <a:prstGeom prst="roundRect">
            <a:avLst>
              <a:gd name="adj" fmla="val 5941"/>
            </a:avLst>
          </a:prstGeom>
          <a:solidFill>
            <a:srgbClr val="E8636B">
              <a:alpha val="12000"/>
            </a:srgbClr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029968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B: Not Defensible Enough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304288"/>
            <a:ext cx="40965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'Basically the same' still implies too much similarity. The differences in knowledge systems, governing structures, and environments are too significant to group under one headline without losing important truth.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8503920" cy="868680"/>
          </a:xfrm>
          <a:prstGeom prst="roundRect">
            <a:avLst>
              <a:gd name="adj" fmla="val 12632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684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696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Side A / Side B is more convincing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strongest evidence for my position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would change my mind is..."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PRESS  |  Vol. 1, Issue 14  |  Gazette Correction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Assignment: Editor's Notebook + Gazette Correction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468112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E1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QUESTIONS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1023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one similarity and one difference between any two of the five civilizations. Use specific evidence from the unit.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is it important for an honest editor to report both similarities AND differences when comparing civilizations?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Hasty Herald said "all ancient American civilizations developed in basically the same way." What's partly right about that? What's missing?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70448" y="1078992"/>
            <a:ext cx="2971800" cy="2304288"/>
          </a:xfrm>
          <a:prstGeom prst="roundRect">
            <a:avLst>
              <a:gd name="adj" fmla="val 4762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3385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CORRECTION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389888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Quote the Herald's claim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Describe evidence of BOTH similarities and differences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Rewrite the claim so it is accurate and fair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LINE  —  "In one careful sentence, write what future citizens should remember about comparing ancient American civilizations."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[ ] All 3 notebook questions  [ ] Fact-check questions  [ ] Headline + Gazette Correction  [ ] Your name on the byline  [ ] Archive Line  [ ] Gathered Answers copied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548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REPUBLIC GAZETTE  |  ISSUE 14 FILED  |  BEFORE COLONIZATION SPECIAL EDITION COMPLETE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done, Junior Editor.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compared five ancient American civilizations with evidence and honesty.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Gazette's before-colonization special edition is now complete.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1901952"/>
            <a:ext cx="7680960" cy="1444752"/>
          </a:xfrm>
          <a:prstGeom prst="roundRect">
            <a:avLst>
              <a:gd name="adj" fmla="val 7595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9568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PROVED TODAY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2212848"/>
            <a:ext cx="7315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Herald's claim was oversimplified. The evidence shows: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civilizations shared important qualities — AND differed in geography, building, knowledge, and governing.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in reporting means telling BOTH sides of the truth.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456432"/>
            <a:ext cx="7680960" cy="1298448"/>
          </a:xfrm>
          <a:prstGeom prst="roundRect">
            <a:avLst>
              <a:gd name="adj" fmla="val 8451"/>
            </a:avLst>
          </a:prstGeom>
          <a:solidFill>
            <a:srgbClr val="D4943A">
              <a:alpha val="2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5112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|  Issue 5.04.01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376732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American Regions of North America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dispatch arrives at the Map Room — and The Hasty Herald has already rushed to print a claim that all Native American regions were alike before Europeans arrived. Editors, sharpen your pencils.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2026-07-16T17:22:25Z</dcterms:created>
  <dcterms:modified xsi:type="dcterms:W3CDTF">2026-07-16T17:22:25Z</dcterms:modified>
</cp:coreProperties>
</file>