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Panoramic view of diverse American landscapes — Arctic tundra, desert canyon, forest, prairie — collage or split-screen, warm golden light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The Hasty Herald claim. Students evaluate before investigating. Prompt: what evidence would you need to confirm or disprove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Ms. Avery at the editor's desk, Map Room setting, warm editorial office light. Brief the class on the Republic Gazette context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Display the map and allow 5 seconds of silent observation before calling on students. Trains careful looking before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Whole-class discussion. Push students from observation to explanation. Target 5-7 minutes. Aim for: 'I see X' becomes 'This suggests...'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Montage: Arctic ice landscape, Great Plains grassland with bison, Eastern Woodlands forest — three panels side by 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Deep dive into two contrasting western regions. Help students see how DIFFERENT environments produced DIFFERENT adaptations. Push for cause-and-effect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Three Sisters farming is a key detail. Push students to explain WHY those three crops work together and what that shows about ecological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Q1 scaffold. Students must identify CAUSE (geography) and EFFECT (way of life). Give 4-5 minutes independent writing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Help students understand that maps ARE evidence — they show patterns that support or contradict claims. Prepares them for the Gazette Map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Q2 pushes students to identify patterns, not just examples. Model: 'I see X' vs. 'The pattern shows that when Y is present, Z tends to follow.'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Acknowledge what's partly right before explaining what's missing. Models good historical thinking and editorial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Abstract image representing diversity and care — many different colored threads woven together, or hands holding different cultural artifacts, warm light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Narrate each step aloud. Model the thinking process explicitly: 'First I look at the map... then I ask myself what feature stands out... then I explain HOW that feature shaped daily life.'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We Do — build the Great Plains response together. Students contribute; teacher scribes. Aim for a complete claim: geography feature + effect on daily life +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Give 3 minutes independent thinking time. Circulate and listen for students listing facts vs. making claims. Prompt: 'Does your sentence explain the CONNECTION between geography and how people lived?'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The sample has facts but no causal connection. Push students to see the difference between listing and explaining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18: Similar crops do NOT equal identical cultures. Guide students: crops can spread between regions, but governance, languages, spiritual life, and daily practices differed enormously.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Walk through the assignment structure before students begin independent work. Confirm all three questions are visible and students understand the Gazette Map Note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Newsroom celebration scene — papers flying, warm golden light, diverse team of young journalists celebrating a filed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REPUBLIC GAZETTE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1  ·  Issue 15  ·  Map Room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American Regions of North America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914400" y="2029968"/>
            <a:ext cx="731520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08483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Native American regions really all alike — or does the map show something more complex?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Q2  ·  Unit 4: Early American Civilizations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863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NEWS  ·  THE HASTY HERALD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“Native American regions were all alike before Europeans arrived.”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0" y="162763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8636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276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TO PRINT!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465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need to investigate to know if this is true or false?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could prove this wrong?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someone want to simplify this story?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6916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1947672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we should check..."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 might be wrong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 ·  Issue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Beat: Junior Editor's Question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Avery asks: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does this map show us about Native American regions, what patterns does geography help explain, and why does it matter that we report the diversity accurately?”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34B76F">
              <a:alpha val="20000"/>
            </a:srgbClr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26771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Junior Editor in the Map Room. Your job: investigate the Herald's claim using map evidence — and report the truth about Native American cultural regions.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8046720" cy="621792"/>
          </a:xfrm>
          <a:prstGeom prst="roundRect">
            <a:avLst>
              <a:gd name="adj" fmla="val 14706"/>
            </a:avLst>
          </a:prstGeom>
          <a:solidFill>
            <a:srgbClr val="8B6FC0">
              <a:alpha val="20000"/>
            </a:srgbClr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723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of the Week: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3054096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Courtesy — A courteous editor respects diversity by reporting each group's story accurately, not lumping them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Room Receives a New 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regions map of North America, color-coded by Native American region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 as source-5-04-01-native-regions-map.jpg)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6858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7498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PROMPT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97840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patterns do you notice in how these regions are arranged — and what might explain those patterns?”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176272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23113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carefully. Don't speak yet.  (5-second silence)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78892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843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3044952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 the regions..."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"I'm wondering why..."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Map Show?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regions map of North America, color-coded (reference view)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68580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7406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100584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see that makes you say these regions are different?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geographic feature seems to create the biggest differences?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same people live in two very different regions? Why or why not?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926080"/>
            <a:ext cx="4663440" cy="1417320"/>
          </a:xfrm>
          <a:prstGeom prst="roundRect">
            <a:avLst>
              <a:gd name="adj" fmla="val 7742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9809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51960" y="3182112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geography matters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most interesting pattern I see is..."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92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had many distinct cultural regions — each shaped by its own geography.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19072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55648"/>
            <a:ext cx="2423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ice  →  Inuit ice shelters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719072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1755648"/>
            <a:ext cx="2423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Plains grassland  →  Lakota and bison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1719072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755648"/>
            <a:ext cx="2423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Woodlands forests  →  Haudenosaunee longhouses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4203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D4943A">
              <a:alpha val="15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59689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Cover the screen. Name three region-geography connections from memory.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Western and Northern Regions: Ocean, Desert, Cold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 Coast — Tlingit/Chinook cedar plank house near water, salmon fishing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685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017520" y="685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54680" y="960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— Pueblo adobe village with irrigation farming, desert landscape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685800"/>
            <a:ext cx="3063240" cy="2011680"/>
          </a:xfrm>
          <a:prstGeom prst="roundRect">
            <a:avLst>
              <a:gd name="adj" fmla="val 5455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74066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100584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each environment LIMIT what people could do?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each environment CREATE opportunities?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regions seem most different from each other?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8950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Northwest Coast peoples survived by... because the geography..."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"Pueblo peoples solved the desert problem by..."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Eastern and Southern Regions: Forests, Rivers, Warmth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Woodlands — Haudenosaunee longhouse in forest setting with farming clearing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858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74980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NOTES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94760" y="987552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Woodlands — Haudenosaunee: longhouses, Three Sisters farming (corn, beans, squash)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— Cherokee: warm-climate farming, council government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Basin — Shoshone: seed gathering, seasonal camps across arid terrain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5029200" cy="1572768"/>
          </a:xfrm>
          <a:prstGeom prst="roundRect">
            <a:avLst>
              <a:gd name="adj" fmla="val 6977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540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46634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peoples in forested areas develop different food than plains peoples?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'Three Sisters farming' tell you about how people understood their environment?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999232"/>
            <a:ext cx="3429000" cy="1572768"/>
          </a:xfrm>
          <a:prstGeom prst="roundRect">
            <a:avLst>
              <a:gd name="adj" fmla="val 697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05409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3255264"/>
            <a:ext cx="31546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"Forests provided... which explains why..."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Notebook  ·  Question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47548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66928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E1C42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“Name two Native American cultural regions from the map and describe one way geography shaped how people lived in each.”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85953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1: _______________  |  Geography feature: _______________  |  How it shaped life: ___________________________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2: _______________  |  Geography feature: _______________  |  How it shaped life: ___________________________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895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enough to just name the region — or do you need to explain the CONNECTION to geography?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use the same region someone else used, or does variety make the Gazette more interesting?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8346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8895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3090672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"For region _____, geography shaped life by..."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Is Evidence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regions map with geographic features highlighted — mountain ranges, coastlines, rivers, plains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685800"/>
            <a:ext cx="3063240" cy="1005840"/>
          </a:xfrm>
          <a:prstGeom prst="roundRect">
            <a:avLst>
              <a:gd name="adj" fmla="val 9091"/>
            </a:avLst>
          </a:prstGeom>
          <a:solidFill>
            <a:srgbClr val="1A8A7D">
              <a:alpha val="15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74980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97880" y="987552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courteous editor uses the map to show diversity — not to simplify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810512"/>
            <a:ext cx="3063240" cy="1892808"/>
          </a:xfrm>
          <a:prstGeom prst="roundRect">
            <a:avLst>
              <a:gd name="adj" fmla="val 5797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8653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2130552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arrangement of these regions on the map suggest about why geography matters?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map EVIDENCE, not just a picture?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496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map shows a pattern: regions near _____ tend to..."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Notebook  ·  Question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47548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66928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0E1C42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pattern does the map show about the connection between geography and culture? Why might people in different environments live differently?”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26464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0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 see: _____________________________________________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 environments → different ways of life: ______________________________________________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5029200" cy="1755648"/>
          </a:xfrm>
          <a:prstGeom prst="roundRect">
            <a:avLst>
              <a:gd name="adj" fmla="val 625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163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81528"/>
            <a:ext cx="4663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geography to shape culture?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geography the only factor — or are there others?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two groups in very different geographies develop similar cultures? Why or why not?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761488"/>
            <a:ext cx="3429000" cy="1755648"/>
          </a:xfrm>
          <a:prstGeom prst="roundRect">
            <a:avLst>
              <a:gd name="adj" fmla="val 625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8163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3017520"/>
            <a:ext cx="3154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pattern I see in the map is...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Herald Fact-Check: What's Right? What's Missing?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39496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4008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Herald claim: “Native American regions were all alike before Europeans arrived.”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34B76F">
              <a:alpha val="12000"/>
            </a:srgbClr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partly right?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existed at the same time period. All were shaped by North American geography. Many peoples shared basic human needs for food, shelter, and community.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251960" cy="1481328"/>
          </a:xfrm>
          <a:prstGeom prst="roundRect">
            <a:avLst>
              <a:gd name="adj" fmla="val 6173"/>
            </a:avLst>
          </a:prstGeom>
          <a:solidFill>
            <a:srgbClr val="E8636B">
              <a:alpha val="12000"/>
            </a:srgbClr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from the story?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6276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had distinct languages, food sources, shelter types, and cultural practices shaped by its specific geography. Lumping them together erases that diversity.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5029200" cy="1664208"/>
          </a:xfrm>
          <a:prstGeom prst="roundRect">
            <a:avLst>
              <a:gd name="adj" fmla="val 6593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352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6634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someone want to believe all Native Americans were the same?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'lumping together' do to the truth?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responsibility does a journalist have here?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880360"/>
            <a:ext cx="3429000" cy="1664208"/>
          </a:xfrm>
          <a:prstGeom prst="roundRect">
            <a:avLst>
              <a:gd name="adj" fmla="val 659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93522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32120" y="3136392"/>
            <a:ext cx="31546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 got ___ right, but missed...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LENS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Courtesy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914400" y="1755648"/>
            <a:ext cx="7315200" cy="713232"/>
          </a:xfrm>
          <a:prstGeom prst="roundRect">
            <a:avLst>
              <a:gd name="adj" fmla="val 12821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810512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courteous editor respects diversity by reporting each group's story accurately, not lumping them together.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courtesy means taking the time to understand how different environments shaped different ways of life — instead of treating hundreds of peoples as one.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401568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D4943A">
              <a:alpha val="15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345643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practice courtesy today as a Junior Editor?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Do: Teacher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8595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Northwest Coast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Ocean, forests, moderate climate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shaped life: Tlingit and Chinook peoples relied on salmon — the ocean provided consistent food, so they built permanent cedar plank houses near water.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127248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4472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looked at the map → found a region → named the geographic feature → explained the connection to daily life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Do: Great Plains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4114800" cy="27432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Plains — vast grassland, Lakota tipi camp, bison herd in 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4251960" cy="2240280"/>
          </a:xfrm>
          <a:prstGeom prst="roundRect">
            <a:avLst>
              <a:gd name="adj" fmla="val 4898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7406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most important geographic feature here?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that ONE feature shape almost everything about daily life?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CLAIM can we make from this map evidence?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044952"/>
            <a:ext cx="4251960" cy="1298448"/>
          </a:xfrm>
          <a:prstGeom prst="roundRect">
            <a:avLst>
              <a:gd name="adj" fmla="val 845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099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3300984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"Great Plains geography shaped life by... because the evidence shows..."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Do: Choose Your Region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85953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CHECKLIST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241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06984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region you haven't used yet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geographic feature of that region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6771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31343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that feature shaped life there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9504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9352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your sentence make a CLAIM, not just a fact?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Analysis: Find the Mistake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E8636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STUDENT RESPONSE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7840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Eastern Woodlands were near trees. The Haudenosaunee built longhouses. They also farmed.”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5029200" cy="2084832"/>
          </a:xfrm>
          <a:prstGeom prst="roundRect">
            <a:avLst>
              <a:gd name="adj" fmla="val 5263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46634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from this response?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explain the CONNECTION between geography and culture?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revise it?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response earn full credit?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938528"/>
            <a:ext cx="3429000" cy="2084832"/>
          </a:xfrm>
          <a:prstGeom prst="roundRect">
            <a:avLst>
              <a:gd name="adj" fmla="val 526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99339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32120" y="2194560"/>
            <a:ext cx="31546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response is missing... I would add..."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Tricky 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7432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8595360" cy="1207008"/>
          </a:xfrm>
          <a:prstGeom prst="roundRect">
            <a:avLst>
              <a:gd name="adj" fmla="val 9091"/>
            </a:avLst>
          </a:prstGeom>
          <a:solidFill>
            <a:srgbClr val="8B6FC0">
              <a:alpha val="12000"/>
            </a:srgbClr>
          </a:solidFill>
          <a:ln w="25400">
            <a:solidFill>
              <a:srgbClr val="8B6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peoples live in very different regions but both farm corn, beans, and squash. Does that mean geography doesn't matter after all?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665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prove the Herald right — that regions were all alike?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similar crops appear in different environments for different REASONS?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need to know to answer this fully?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20116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20665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2120" y="2267712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this is tricky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answer is... because the evidence suggests..."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REPUBLIC GAZETTE  ·  Honest Reporting  ·  Evidence First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GAZETTE MAP NOTE — Issue 15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78408"/>
            <a:ext cx="85953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5156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NOTEBOOK QUESTIONS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49377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“Name two Native American cultural regions from the map and describe one way geography shaped how people lived in each.”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“What pattern does the map show about the connection between geography and culture? Why might people in different environments live differently?”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“The Hasty Herald said 'Native American regions were all alike before Europeans arrived.' What's partly right about that? What's missing?”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3063240" cy="1965960"/>
          </a:xfrm>
          <a:prstGeom prst="roundRect">
            <a:avLst>
              <a:gd name="adj" fmla="val 4651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1155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 MAP NOTE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344168"/>
            <a:ext cx="27889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Describe what the map shows about Native American regions.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Explain how geography shaped one region's way of life.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Revise the Herald's claim with map evidence.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27248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D4943A">
              <a:alpha val="12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912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LINE: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318211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one careful sentence, write what future citizens should remember about Native American regions of North America.”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58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8736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Answered all 3 questions in the Editor's Notebook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Completed the Fact-Check questions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Wrote a headline and Gazette Map Note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408736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Added your name to the byline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Wrote one careful Archive Line sentence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Copied or downloaded the Gathered Answers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15 FILED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28800" y="896112"/>
            <a:ext cx="548640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done, Junior Editor.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18105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map evidence to show the diversity of Native American regions.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0" y="2450592"/>
            <a:ext cx="5486400" cy="36576"/>
          </a:xfrm>
          <a:prstGeom prst="rect">
            <a:avLst/>
          </a:prstGeom>
          <a:solidFill>
            <a:srgbClr val="7A88A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ISSUE 16: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44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Desert Southwest: Cliff Dwellers and Pueblo Peoples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31520" y="3493008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54787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Hasty Herald claims the desert was too harsh for complex communities.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Editors, sharpen your pencils.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2026-07-16T17:38:38Z</dcterms:created>
  <dcterms:modified xsi:type="dcterms:W3CDTF">2026-07-16T17:38:38Z</dcterms:modified>
</cp:coreProperties>
</file>