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Wide aerial view of a globe or antique world map with latitude/longitude grid lines overlaid, warm light, dramatic perspective — editorial newspaper feelIMAGE TO INSERT: Wide aerial view of a globe or antique world map with latitude/longitude grid lines overlaid, warm editorial feel. Welcome students: The Map Room opens today. Recap: Last issue we learned every Gazette claim needs Claim, Evidence, Reasoning. Today we apply that standard to a new kind of evidence — coordinates on a map. The Herald says they're just numbers. Let's find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the Herald's claim. Ask students to react — first impressions. Use Socratic panel on screen. Let 3-4 students respond in chat before moving on. Don't resolve it yet — keep the mystery alive.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Elegant newsroom interior — warm lamplight, a large world map pinned to the wall, an editor's desk with papers and compass — 1920s editorial office feelRead Ms. Avery's charge aloud dramatically. Tell students: the Map Room door is now open. You are Junior Editors. Your job today is to investigate whether coordinates are just numbers — or something more powerful. Let's find out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Silence for 5 seconds. Then ask: What do you notice about WHERE settlements appear on this map? What do the grid lines tell you? Let students respond in chat before explaining what latitude and longitude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 latitude vs. longitude — run the comparison on screen. Emphasize: latitude = climate, longitude = navigation. The Jamestown example is the killer detail — same latitude as Spain means same crops. Don't just state it; ask students to reason through why that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Close-up of an antique compass and navigational chart with coordinate grid, warm golden light, suggesting discovery and navigation — dramatic reveal feelReveal: You discovered what the Herald missed. Coordinates aren't decoration — they're geographic evidence. Run the retrieval challenge before moving on. Students should be able to name all three from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clue box previews Notebook Question 2. Students who work through this discussion will be ready to answer: 'Most early colonial settlements cluster in a similar latitude range. What pattern do you notice, and what might it tell a historian about WHY people settled there?' Let them discover it here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critical discussion before Notebook Question 2. Students must be able to argue FROM the map, not just describe it. Push: What evidence supports this? Could someone disagree? Hold back — don't give the answer. Let them argue it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Scaffold for Notebook Question 1. Walk through the fill-in together before students write their own answer. This ensures everyone has the vocabulary and structure to respond in complete sentences.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 journalist at a desk carefully reviewing a map under lamplight, checking details before publishing — quiet, deliberate, responsible — warm editorial toneSelf-governance is about the discipline to check before you print. The Herald is the counter-example. Students practiced self-governance by investigating coordinates as evidence rather than accepting the Herald's conclusion. Name this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aloud through these four steps. Show students exactly how an expert reader turns coordinates into a historical claim. Narrate your reasoning out loud: 'I notice 37N, so I think about what that latitude means for climate...'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 students through this together. Don't answer for them — use the Socratic questions to draw out their reasoning. The goal is for students to practice the four-step process from the I Do slide before they work independently.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Errors in the sample: (1) Longitude lines run NORTH-SOUTH (not east-west), and measure E/W from Prime Meridian — not distance north from equator. That's latitude. (2) Jamestown is on the Atlantic coast (77°W), not near the Pacific Ocean. Two distinct errors. Let students find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genuine debate — don't resolve it into a single correct answer. The takeaway is: geography shapes conditions; it doesn't control outcomes. Reasonable historians can disagree about HOW much weight to give geographic factors. Coach students to hold both sides.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scaffolds Notebook Question 3 exactly: 'The Hasty Herald said Latitude and longitude are just numbers on a map. What's partly right about that? What's missing?' Students should have strong answers from today's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full assignment. Students have discussed and scaffolded all three notebook questions during today's lesson. Check submission checklist: 3 notebook answers, fact-check, Map Note headline + byline, Archive Line, Gathered Answers copied/downloaded.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the self-check. These are the same three fact-check questions from the HTML. Click through them one at a time — ask students to respond before revealing the answer. Celebrate every correct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 TO INSERT: A newspaper printing press in action, warm light on fresh newspaper pages, a headline reading 'GAZETTE MAP NOTE: COORDINATES ARE EVIDENCE' — celebratory, editorial, proudCelebrate the team. Restate the central finding: Latitude determines climate. Longitude guides navigation. Together, coordinates explain WHY people settled where they did. Tomorrow the Map Room stays open — new question, new Herald claim. See you then, Junior Editors.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" y="914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REPUBLIC GAZETTE  ·  Vol. 1, Issue 5  ·  Map Room Opens Today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LATITUDE AND LONGITUDE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5.02.01  ·  Week 3, Q1  ·  Unit 2: Geography of North America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371600" y="1828800"/>
            <a:ext cx="6400800" cy="685800"/>
          </a:xfrm>
          <a:prstGeom prst="roundRect">
            <a:avLst>
              <a:gd name="adj" fmla="val 16000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08760" y="1874520"/>
            <a:ext cx="6126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latitude and longitude really just numbers — or do they help explain WHY people settled, traveled, and traded where they did?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371600" y="2697480"/>
            <a:ext cx="6400800" cy="594360"/>
          </a:xfrm>
          <a:prstGeom prst="roundRect">
            <a:avLst>
              <a:gd name="adj" fmla="val 15385"/>
            </a:avLst>
          </a:prstGeom>
          <a:solidFill>
            <a:srgbClr val="E8636B">
              <a:alpha val="80000"/>
            </a:srgbClr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08760" y="2743200"/>
            <a:ext cx="6126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HASTY HERALD CLAIMS:  "Latitude and longitude are just numbers on a map."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Editors  ·  The Map Room  ·  Virtue: Self-Governance  ·  SS.5.G.1.1 · 1.2 · 1.3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8636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109728"/>
            <a:ext cx="8778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HASTY HERALD  ·  Today's News · Yesterday · Maybe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4124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JUST USELESS NUMBERS!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"Latitude and longitude are just numbers on a map."  — Filed by The Herald, minutes ago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1920240"/>
            <a:ext cx="2194560" cy="365760"/>
          </a:xfrm>
          <a:prstGeom prst="roundRect">
            <a:avLst>
              <a:gd name="adj" fmla="val 25000"/>
            </a:avLst>
          </a:prstGeom>
          <a:solidFill>
            <a:srgbClr val="E8636B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965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RUSHED TO PRINT!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4297680" cy="2286000"/>
          </a:xfrm>
          <a:prstGeom prst="roundRect">
            <a:avLst>
              <a:gd name="adj" fmla="val 4800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47802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2743200"/>
            <a:ext cx="39319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Herald says coordinates are 'just numbers.' What might make someone believe that?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number ever be evidence? Think of an example.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you need to see to change your mind about whether coordinates matter?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42316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4780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92040" y="2679192"/>
            <a:ext cx="3840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coordinates might matter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Herald could be right if... but wrong if..."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" y="914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5.02.01  ·  FROM THE EDITOR'S DESK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Room Opens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457200" y="1325880"/>
            <a:ext cx="8229600" cy="1097280"/>
          </a:xfrm>
          <a:prstGeom prst="roundRect">
            <a:avLst>
              <a:gd name="adj" fmla="val 10000"/>
            </a:avLst>
          </a:prstGeom>
          <a:solidFill>
            <a:srgbClr val="1A2D5A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371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Ms. Avery, Editor-in-Chief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40080" y="1645920"/>
            <a:ext cx="7863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"What does this map show, and what choice or pattern does it help us explain? A self-governing editor doesn't just read a map — they ask what the map explains about human choices."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8229600" cy="2194560"/>
          </a:xfrm>
          <a:prstGeom prst="roundRect">
            <a:avLst>
              <a:gd name="adj" fmla="val 5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633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BEAT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754880" y="26334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ROLE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294436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Define latitude and longitude and explain how they create a coordinate system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0080" y="344728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Use coordinates on a map to identify locations and explain a geographic pattern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40080" y="3950208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Publish a Gazette Map Note showing that coordinates are evidence, not just numbers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754880" y="2944368"/>
            <a:ext cx="3840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Junior Editor in the Map Room at The Republic Gazette. The Editor-in-Chief needs your team to investigate — and publish a Gazette Map Note with a geographic claim backed by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BOX  ·  MAP ROOM EVIDENCE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 You Notice?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or educational map of North America showing latitude/longitude grid lines with major colonial settlements marked (Jamestown, Plymouth, Boston, Charleston, etc.) — students should be able to read approximate coordinates and notice the latitude band ~30°N-45°N where settlements cluster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143000"/>
            <a:ext cx="310896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2070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97880" y="146304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the grid lines on this map. Look at where the settlements appear.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label anything yet — just observe. What patterns do you see?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2926080"/>
            <a:ext cx="3108960" cy="548640"/>
          </a:xfrm>
          <a:prstGeom prst="roundRect">
            <a:avLst>
              <a:gd name="adj" fmla="val 16667"/>
            </a:avLst>
          </a:prstGeom>
          <a:solidFill>
            <a:srgbClr val="1A2D5A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30175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seconds of silence — look before we talk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760720" y="3611880"/>
            <a:ext cx="3108960" cy="1188720"/>
          </a:xfrm>
          <a:prstGeom prst="roundRect">
            <a:avLst>
              <a:gd name="adj" fmla="val 923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36667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897880" y="3867912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notice the settlements are around..."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grid lines seem to show..."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·  5.02.01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Sets of Lines — Two Different Stories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1A8A7D">
              <a:alpha val="85000"/>
            </a:srgbClr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527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 LINES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EAST-WEST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N/S from Equator (0°)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CLIMATE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18872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8B6FC0">
              <a:alpha val="85000"/>
            </a:srgbClr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125272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 LINES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153619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NORTH-SOUTH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E/W from Prime Meridian (0°)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TIME ZONES &amp; NAVIGATION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3657600" cy="594360"/>
          </a:xfrm>
          <a:prstGeom prst="roundRect">
            <a:avLst>
              <a:gd name="adj" fmla="val 15385"/>
            </a:avLst>
          </a:prstGeom>
          <a:solidFill>
            <a:srgbClr val="D4943A">
              <a:alpha val="90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7432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GAZETTE KEY INSIGHT: Jamestown = 37°N. That latitude shares a climate with southern Spain — warm enough for tobacco. That's not just a number.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0" y="2651760"/>
            <a:ext cx="4754880" cy="2194560"/>
          </a:xfrm>
          <a:prstGeom prst="roundRect">
            <a:avLst>
              <a:gd name="adj" fmla="val 5000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2706624"/>
            <a:ext cx="4480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2971800"/>
            <a:ext cx="43891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latitude matter more than longitude for a farmer choosing where to settle?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someone disagree — is there a way coordinates DON'T explain settlement choices?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on the map supports your thinking?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" y="914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 ROOM REVEAL  ·  WHAT JUNIOR EDITORS DISCOVERED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COORDINATES ARE EVIDENCE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5C8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discovered what the Herald missed.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74320" y="187452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1A8A7D">
              <a:alpha val="75000"/>
            </a:srgbClr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11480" y="19385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LATITUDE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11480" y="224942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CLIMATE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57860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 = warm, High lat = cold. Settlers chose latitudes matching familiar climates and crops.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00400" y="187452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8B6FC0">
              <a:alpha val="75000"/>
            </a:srgbClr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9385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LONGITUDE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37560" y="224942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NAVIGATION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337560" y="257860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sailors calculate distance across oceans, set time zones, and draw colonial boundaries.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126480" y="1874520"/>
            <a:ext cx="2743200" cy="2377440"/>
          </a:xfrm>
          <a:prstGeom prst="roundRect">
            <a:avLst>
              <a:gd name="adj" fmla="val 4615"/>
            </a:avLst>
          </a:prstGeom>
          <a:solidFill>
            <a:srgbClr val="D4943A">
              <a:alpha val="75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63640" y="193852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6263640" y="224942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Build a LOCATION STORY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263640" y="2578608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coordinate is a geographic claim: who could live here, what they could grow, how they could travel.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371600" y="4434840"/>
            <a:ext cx="6400800" cy="411480"/>
          </a:xfrm>
          <a:prstGeom prst="roundRect">
            <a:avLst>
              <a:gd name="adj" fmla="val 22222"/>
            </a:avLst>
          </a:prstGeom>
          <a:solidFill>
            <a:srgbClr val="1A2D5A"/>
          </a:solidFill>
          <a:ln w="12700">
            <a:solidFill>
              <a:srgbClr val="55C8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08760" y="4462272"/>
            <a:ext cx="612648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RETRIEVAL: Cover your screen. Name: (1) what latitude measures, (2) what longitude measures, (3) one way coordinates helped colonists.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CLUE BOX 2  ·  FIND THE PATTERN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Did Early Settlers Choose to Live?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5303520" cy="3474720"/>
          </a:xfrm>
          <a:prstGeom prst="roundRect">
            <a:avLst>
              <a:gd name="adj" fmla="val 3158"/>
            </a:avLst>
          </a:prstGeom>
          <a:solidFill>
            <a:srgbClr val="E2E8F4"/>
          </a:solidFill>
          <a:ln w="19050">
            <a:solidFill>
              <a:srgbClr val="B0B8CC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274320" y="11430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1732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of eastern North America showing early colonial settlement locations (c. 1600-1750) with latitude lines clearly marked. Settlements should cluster visibly between roughly 30N-45N. Students should be able to identify the latitude band and connect it to climate.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143000"/>
            <a:ext cx="31089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1207008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DETECTIVE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97880" y="1463040"/>
            <a:ext cx="28346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latitude range do most early settlements fall in?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that tell you about climate and farming?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60720" y="2743200"/>
            <a:ext cx="3108960" cy="2103120"/>
          </a:xfrm>
          <a:prstGeom prst="roundRect">
            <a:avLst>
              <a:gd name="adj" fmla="val 5217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7980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97880" y="2999232"/>
            <a:ext cx="2834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"Most settlements are near latitude..."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latitude range suggests the climate was... which means farmers could grow..."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 ·  LATITUDE AS EVIDENCE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Latitude Band: Why 30°N – 45°N?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1A8A7D">
              <a:alpha val="80000"/>
            </a:srgbClr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30°N–45°N LATITUDE BAND  =  Mild, temperate climate  ·  Long growing season  ·  Familiar to European settlers from Spain, England, France  ·  Ideal for tobacco, corn, wheat, rice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4572000" cy="2468880"/>
          </a:xfrm>
          <a:prstGeom prst="roundRect">
            <a:avLst>
              <a:gd name="adj" fmla="val 4444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38658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42062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would European settlers choose a latitude similar to their home countries?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from the map supports the claim that latitude shaped settlement?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someone argue settlers chose these locations for OTHER reasons? What would they say?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piece of evidence is strongest? Why?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331720"/>
            <a:ext cx="3840480" cy="2468880"/>
          </a:xfrm>
          <a:prstGeom prst="roundRect">
            <a:avLst>
              <a:gd name="adj" fmla="val 4444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23865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66360" y="2587752"/>
            <a:ext cx="3566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"Settlers chose the 30N-45N band because... The evidence is..."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"Someone might disagree and say... but I think the stronger evidence is..."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"At first I thought... but now I know..."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EDITOR'S NOTEBOOK  ·  BUILD YOUR ANSWER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Explain the Difference?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D494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QUESTION 1 (coming up):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"In your own words, explain the difference between latitude and longitude. What does each one measure?"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606040"/>
            <a:ext cx="4114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679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LATITUDE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999232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____-____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distance ____/____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____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because: it determines ____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606040"/>
            <a:ext cx="41148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679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999232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Runs: ____-____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Measures: distance ____/____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____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7A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Matters because: it helped navigators ____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" y="914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EDITOR'S LENS  ·  VIRTUE SPOTLIGHT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Self-Governance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731520" y="141732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1A2D5A"/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48132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D6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Checking the map before printing — even when the deadline is tight.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74320" y="2286000"/>
            <a:ext cx="2743200" cy="2560320"/>
          </a:xfrm>
          <a:prstGeom prst="roundRect">
            <a:avLst>
              <a:gd name="adj" fmla="val 4286"/>
            </a:avLst>
          </a:prstGeom>
          <a:solidFill>
            <a:srgbClr val="E8636B">
              <a:alpha val="65000"/>
            </a:srgbClr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2350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HERALD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670048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first. Checked later. Called coordinates 'just numbers' without looking at a single map.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00400" y="2286000"/>
            <a:ext cx="2743200" cy="2560320"/>
          </a:xfrm>
          <a:prstGeom prst="roundRect">
            <a:avLst>
              <a:gd name="adj" fmla="val 4286"/>
            </a:avLst>
          </a:prstGeom>
          <a:solidFill>
            <a:srgbClr val="34B76F">
              <a:alpha val="65000"/>
            </a:srgbClr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2350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GAZETTE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37560" y="2670048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Slows down. Reads the evidence on the map. Publishes only what the coordinates actually show.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26480" y="2286000"/>
            <a:ext cx="2743200" cy="2560320"/>
          </a:xfrm>
          <a:prstGeom prst="roundRect">
            <a:avLst>
              <a:gd name="adj" fmla="val 4286"/>
            </a:avLst>
          </a:prstGeom>
          <a:solidFill>
            <a:srgbClr val="D4943A">
              <a:alpha val="65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63640" y="23500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TODAY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63640" y="2670048"/>
            <a:ext cx="2468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practiced self-governance by investigating before concluding — and your Map Note will prove it.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 ·  I DO — TEACHER MODELS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How an Editor Reads a Coordinate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34B7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A historian finds a document saying a new colony was planted at 37°N, 77°W.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Jamestown, Virginia — founded 1607. But what do those coordinates TELL us?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34B7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395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Read latitude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679192"/>
            <a:ext cx="3840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37°N — that's about 37 degrees north of the equator. That's the same latitude as southern Spain and northern Africa. Think: warm, temperate climate.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34B76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630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Ask what latitude reveals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913632"/>
            <a:ext cx="3840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 growing season. Suitable for tobacco — which DID become Jamestown's economic lifeline. Not a coincidence.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233172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34B76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3957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Read longitude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679192"/>
            <a:ext cx="3840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77°W — about 77 degrees west of Prime Meridian. Atlantic coast. Accessible to English ships. Near navigable rivers.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35661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34B7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6301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Write the claim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54880" y="3913632"/>
            <a:ext cx="3840480" cy="7040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"Jamestown's location at 37°N, 77°W placed it in a climate suited to tobacco cultivation and accessible to Atlantic trade routes."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  ·  WE DO — TRY TOGETHER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Turn: Read These Coordinates Together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1A2D5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Plymouth, Massachusetts  =  41°N, 70°W. What does this tell a historian?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480560" cy="2834640"/>
          </a:xfrm>
          <a:prstGeom prst="roundRect">
            <a:avLst>
              <a:gd name="adj" fmla="val 3871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97510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41148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41°N — how does that compare to 37°N? What climate difference would that mean?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70°W — what ocean access does that give? Why does it matter for trade?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crops or industries might thrive at this latitude? What might struggle?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this coordinate telling a different story than Jamestown's?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37760" y="1920240"/>
            <a:ext cx="3931920" cy="2834640"/>
          </a:xfrm>
          <a:prstGeom prst="roundRect">
            <a:avLst>
              <a:gd name="adj" fmla="val 387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1975104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74920" y="2176272"/>
            <a:ext cx="36576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"41°N is further north than Jamestown, which means the climate is..."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coordinate tells me Plymouth settlers probably...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evidence from the latitude is... and the evidence from longitude is..."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E8636B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 ·  FIND THE MISTAKE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This Junior Editor Get Wrong?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GAZETTE MAP NOTE (contains an error):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Herald is wrong because longitude lines run east-west and show how far north you are from the equator. Jamestown at 37°N, 77°W was placed because it was near the Pacific Ocean, giving settlers access to trade routes."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2788920"/>
            <a:ext cx="4297680" cy="2011680"/>
          </a:xfrm>
          <a:prstGeom prst="roundRect">
            <a:avLst>
              <a:gd name="adj" fmla="val 5455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8437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39319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errors do you see? What are they?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error would mislead a reader MORE — the definition error or the geography error?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rewrite this to be accurate?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788920"/>
            <a:ext cx="4114800" cy="2011680"/>
          </a:xfrm>
          <a:prstGeom prst="roundRect">
            <a:avLst>
              <a:gd name="adj" fmla="val 5455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8437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92040" y="3044952"/>
            <a:ext cx="3840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found __ errors. The first one is..."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error that matters most is... because it would make a reader think..."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 corrected version would say..."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8B6FC0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TRICKY ONE  ·  DEBATE THIS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Latitude DETERMINE Settlement — or Just Influence It?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8595360" cy="777240"/>
          </a:xfrm>
          <a:prstGeom prst="roundRect">
            <a:avLst>
              <a:gd name="adj" fmla="val 11765"/>
            </a:avLst>
          </a:prstGeom>
          <a:solidFill>
            <a:srgbClr val="8B6FC0">
              <a:alpha val="80000"/>
            </a:srgbClr>
          </a:solidFill>
          <a:ln w="19050">
            <a:solidFill>
              <a:srgbClr val="8B6F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Consider: Quebec, Canada sits at about 47°N — colder climate, shorter growing season. But French settlers built a thriving colony there. If latitude determines settlement, how do we explain Quebec?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148840"/>
            <a:ext cx="4572000" cy="2606040"/>
          </a:xfrm>
          <a:prstGeom prst="roundRect">
            <a:avLst>
              <a:gd name="adj" fmla="val 4211"/>
            </a:avLst>
          </a:prstGeom>
          <a:solidFill>
            <a:srgbClr val="1A2D5A"/>
          </a:solidFill>
          <a:ln w="12700">
            <a:solidFill>
              <a:srgbClr val="2A40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20370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SOCRATIC QUESTIONS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example prove latitude doesn't matter — or that it's one factor among many?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other factors (besides latitude) helped Quebec succeed?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geography 'explain' settlement without fully 'controlling' it? Is that still useful?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Reasonable people can disagree here. What's the strongest case on EACH side?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0" y="2148840"/>
            <a:ext cx="3840480" cy="2606040"/>
          </a:xfrm>
          <a:prstGeom prst="roundRect">
            <a:avLst>
              <a:gd name="adj" fmla="val 4211"/>
            </a:avLst>
          </a:prstGeom>
          <a:solidFill>
            <a:srgbClr val="FFF3DC"/>
          </a:solidFill>
          <a:ln w="19050">
            <a:solidFill>
              <a:srgbClr val="F5E6C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66360" y="220370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FRAME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166360" y="2404872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"Quebec challenges the latitude theory because..."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 think latitude still matters because... but it doesn't fully explain..."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i="1" dirty="0">
                <a:solidFill>
                  <a:srgbClr val="5A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"The strongest evidence for geography's role is... The strongest evidence against is..."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QUESTION 3  ·  CORRECTING THE HERALD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the Herald Get Partly Right?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63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Herald: "Latitude and longitude are just numbers on a map."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93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PARTLY RIGHT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28600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numbers.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in math can be abstract.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unfamiliar with geography might not know what they mean.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411480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E863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993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6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37760" y="2286000"/>
            <a:ext cx="37490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reveal CLIMATE (latitude) and NAVIGATION (longitude).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explain WHY settlers chose specific locations.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helped explorers cross oceans and draw borders.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PRESS  ·  VOL. 1, ISSUE 5  ·  GAZETTE MAP NOTE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6400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Assignment: The Gazette Map Note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85953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1A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EDITOR'S NOTEBOOK — Answer all three: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 your own words, explain the difference between latitude and longitude. What does each one measure?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9456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Look at the map. Most early colonial settlements cluster in a similar latitude range. What pattern do you notice, and what might it tell a historian about WHY people settled there?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Hasty Herald said "Latitude and longitude are just numbers on a map." What's partly right about that? What's missing?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566160"/>
            <a:ext cx="5029200" cy="1143000"/>
          </a:xfrm>
          <a:prstGeom prst="roundRect">
            <a:avLst>
              <a:gd name="adj" fmla="val 8000"/>
            </a:avLst>
          </a:prstGeom>
          <a:solidFill>
            <a:srgbClr val="1A2D5A"/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639312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GAZETTE MAP NOTE STRUCTURE: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895344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(1) What Herald got partly right  ·  (2) Two sentences of map evidence  ·  (3) Gazette's corrected claim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35661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D4943A">
              <a:alpha val="85000"/>
            </a:srgbClr>
          </a:solidFill>
          <a:ln w="19050">
            <a:solidFill>
              <a:srgbClr val="D494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363931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94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ARCHIVE LINE: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23560" y="3895344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careful sentence: what should future citizens remember about lat/long as tools of the American historian?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A8A7D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" y="91440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 ROOM  ·  SELF-CHECK BEFORE PUBLISHING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You Answer These?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What do latitude lines measure?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5361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North-south distance from the equator. They run east-west across the globe.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414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A historian studying why a colony was founded at 37°N latitude might conclude: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77063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The latitude provided a warm climate suitable for growing tobacco and other crops.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611880"/>
            <a:ext cx="8595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A8A7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758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An editor practicing self-governance would handle the Herald's claim by: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00507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A8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Using the coordinates to verify the settlement pattern before publishing.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835"/>
          </a:solidFill>
          <a:ln w="19050">
            <a:solidFill>
              <a:srgbClr val="3A5080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1C42">
              <a:alpha val="6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D4943A"/>
          </a:solidFill>
          <a:ln/>
        </p:spPr>
      </p:sp>
      <p:sp>
        <p:nvSpPr>
          <p:cNvPr id="6" name="Text 3"/>
          <p:cNvSpPr/>
          <p:nvPr/>
        </p:nvSpPr>
        <p:spPr>
          <a:xfrm>
            <a:off x="182880" y="91440"/>
            <a:ext cx="8778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REPUBLIC GAZETTE  ·  ISSUE 5 PUBLISHED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9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 Room is Open.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proved that coordinates are geographic evidence — not just numbers.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97280" y="1783080"/>
            <a:ext cx="6949440" cy="777240"/>
          </a:xfrm>
          <a:prstGeom prst="roundRect">
            <a:avLst>
              <a:gd name="adj" fmla="val 14118"/>
            </a:avLst>
          </a:prstGeom>
          <a:solidFill>
            <a:srgbClr val="1A2D5A"/>
          </a:solidFill>
          <a:ln w="19050">
            <a:solidFill>
              <a:srgbClr val="55C8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280160" y="1847088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D6F2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"Latitude and longitude are not just numbers — they are evidence that explains where people settled and why."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697480"/>
            <a:ext cx="8229600" cy="1965960"/>
          </a:xfrm>
          <a:prstGeom prst="roundRect">
            <a:avLst>
              <a:gd name="adj" fmla="val 5581"/>
            </a:avLst>
          </a:prstGeom>
          <a:solidFill>
            <a:srgbClr val="E8636B">
              <a:alpha val="75000"/>
            </a:srgbClr>
          </a:solidFill>
          <a:ln w="25400">
            <a:solidFill>
              <a:srgbClr val="E8636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080" y="277063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NEXT ISSUE: 5.02.02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309067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Physical Features of the United States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40080" y="3493008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dispatch arrives at the Map Room — and The Hasty Herald has already rushed to print the claim that mountains, rivers, and plains are scenery, not historical evidence. Editors, sharpen your pencils.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2026-07-16T17:12:16Z</dcterms:created>
  <dcterms:modified xsi:type="dcterms:W3CDTF">2026-07-16T17:12:16Z</dcterms:modified>
</cp:coreProperties>
</file>